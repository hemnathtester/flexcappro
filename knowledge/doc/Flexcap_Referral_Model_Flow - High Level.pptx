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945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Flexcap — Referral Model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29718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Flow: Onboarding → Agreement → Transaction → Settlement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612648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Vignesh, Product Manager  |  Prodian Infotech  |  Confidential  | 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3931920"/>
            <a:ext cx="2743200" cy="914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Onboarding &amp; Agreement — Referral Model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Supplier registration to a fully onboarded, PSP-approved Supplier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280160" y="1188720"/>
            <a:ext cx="1737360" cy="548640"/>
          </a:xfrm>
          <a:prstGeom prst="roundRect">
            <a:avLst>
              <a:gd name="adj" fmla="val 83333"/>
            </a:avLst>
          </a:prstGeom>
          <a:solidFill>
            <a:srgbClr val="F1EFE8"/>
          </a:solidFill>
          <a:ln w="12700">
            <a:solidFill>
              <a:srgbClr val="8887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5024" y="118872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registers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434840" y="109728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9704" y="1097280"/>
            <a:ext cx="3227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submits details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info, IDs, email + KYC/finance documents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412480" y="109728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67344" y="1097280"/>
            <a:ext cx="3227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verification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Performed by Back Office team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412480" y="233172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67344" y="2331720"/>
            <a:ext cx="3227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verification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MDR checked — below 1.5% needs Super Admin approval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4840" y="233172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FAEEDA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9704" y="2331720"/>
            <a:ext cx="3227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DocuSign triggered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Model agreement sent to Supplier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331720"/>
            <a:ext cx="3227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signs DocuSign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Model agreement executed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3566160"/>
            <a:ext cx="3227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PSP verification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GEIDEA verifies details, creates MID, approves Supplier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34840" y="356616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EAF3DE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9704" y="3566160"/>
            <a:ext cx="3227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onboarded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73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onboarded — ready to transact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063240" y="1463040"/>
            <a:ext cx="1371600" cy="9144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772400" y="1481328"/>
            <a:ext cx="640080" cy="9144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081260" y="1874520"/>
            <a:ext cx="9144" cy="45720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H="1">
            <a:off x="7772400" y="2715768"/>
            <a:ext cx="640080" cy="9144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H="1">
            <a:off x="3794760" y="2715768"/>
            <a:ext cx="640080" cy="9144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125980" y="3108960"/>
            <a:ext cx="9144" cy="45720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794760" y="3950208"/>
            <a:ext cx="640080" cy="9144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4434840" y="443484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Continues on next slide: transaction &amp; settlement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64922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" y="6446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action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0" y="64922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80944" y="6446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action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0" y="64922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AEEDA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66944" y="6446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/ milestone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15200" y="64922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AF3DE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52944" y="6446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/ settled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Transaction &amp; Settlement — Referral Model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Supplier login through payment authorization to settlement at T+2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280160" y="1188720"/>
            <a:ext cx="1737360" cy="548640"/>
          </a:xfrm>
          <a:prstGeom prst="roundRect">
            <a:avLst>
              <a:gd name="adj" fmla="val 83333"/>
            </a:avLst>
          </a:prstGeom>
          <a:solidFill>
            <a:srgbClr val="EAF3DE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5024" y="118872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onboarded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434840" y="109728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9704" y="1097280"/>
            <a:ext cx="3227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logs in, adds Buyer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may already be on FlexCap, or may be new to 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412480" y="109728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67344" y="1097280"/>
            <a:ext cx="3227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raises invoice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CSV, PDF, or API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412480" y="233172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67344" y="2331720"/>
            <a:ext cx="3227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notified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in-app if on FlexCap; email only if not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34840" y="233172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9704" y="2331720"/>
            <a:ext cx="3227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pays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621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link, or logs in and clicks Make Payment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" y="2331720"/>
            <a:ext cx="3227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Flexcap sends request to GEIDEA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Supplier's own MID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" y="3566160"/>
            <a:ext cx="3227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approves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43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GEIDEA → Acquirer → Card Network → Issuer Bank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34840" y="3566160"/>
            <a:ext cx="3337560" cy="777240"/>
          </a:xfrm>
          <a:prstGeom prst="roundRect">
            <a:avLst>
              <a:gd name="adj" fmla="val 9412"/>
            </a:avLst>
          </a:prstGeom>
          <a:solidFill>
            <a:srgbClr val="EAF3DE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9704" y="3566160"/>
            <a:ext cx="3227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3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GEIDEA settles directly to Supplier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73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T+2 days — no Flexcap payout instruction needed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063240" y="1463040"/>
            <a:ext cx="1371600" cy="9144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772400" y="1481328"/>
            <a:ext cx="640080" cy="9144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081260" y="1874520"/>
            <a:ext cx="9144" cy="45720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H="1">
            <a:off x="7772400" y="2715768"/>
            <a:ext cx="640080" cy="9144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H="1">
            <a:off x="3794760" y="2715768"/>
            <a:ext cx="640080" cy="9144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125980" y="3108960"/>
            <a:ext cx="9144" cy="457200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794760" y="3950208"/>
            <a:ext cx="640080" cy="9144"/>
          </a:xfrm>
          <a:prstGeom prst="line">
            <a:avLst/>
          </a:prstGeom>
          <a:noFill/>
          <a:ln w="19050">
            <a:solidFill>
              <a:srgbClr val="888780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548640" y="4617720"/>
            <a:ext cx="7955280" cy="365760"/>
          </a:xfrm>
          <a:prstGeom prst="rect">
            <a:avLst/>
          </a:prstGeom>
          <a:solidFill>
            <a:srgbClr val="FAEEDA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</a:t>
            </a:r>
            <a:pPr algn="l" indent="0" marL="0">
              <a:buNone/>
            </a:pPr>
            <a:r>
              <a:rPr lang="en-US" sz="1000" dirty="0">
                <a:solidFill>
                  <a:srgbClr val="41240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Flexcap's own referral commission is settled separately — GEIDEA sends a Commission Settlement File and pays Flexcap at T+30 days.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64922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" y="6446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action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0" y="64922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80944" y="6446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action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29200" y="64922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AEEDA"/>
          </a:solidFill>
          <a:ln w="12700">
            <a:solidFill>
              <a:srgbClr val="854F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66944" y="6446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/ milestone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15200" y="6492240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AF3DE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52944" y="6446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/ settled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2026-08-01T08:00:10Z</dcterms:created>
  <dcterms:modified xsi:type="dcterms:W3CDTF">2026-08-01T08:00:10Z</dcterms:modified>
</cp:coreProperties>
</file>