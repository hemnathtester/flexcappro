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— BPSP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Onboarding → Tri-Party Agreement → Transaction → Settlement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Vignesh, Product Manager  |  Prodian Infotech  |  Confidential  | 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2743200" cy="914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Onboarding &amp; Verification — BPSP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internal to Flexcap — GEIDEA is not involved and does not know the Supplier yet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1737360" cy="548640"/>
          </a:xfrm>
          <a:prstGeom prst="roundRect">
            <a:avLst>
              <a:gd name="adj" fmla="val 83333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5024" y="11887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registers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70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submits details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info, IDs, email + KYC/finance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by Back Office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checked — below 1.5% needs Super Admin approval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a BPSP entity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1463040"/>
            <a:ext cx="137160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81260" y="187452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777240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4572000"/>
            <a:ext cx="7955280" cy="457200"/>
          </a:xfrm>
          <a:prstGeom prst="rect">
            <a:avLst/>
          </a:prstGeom>
          <a:solidFill>
            <a:srgbClr val="FAEED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pPr algn="l"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never onboards or verifies individual Suppliers under BPSP. Flexcap holds one Master MID — GEIDEA only learns a Supplier's account details later, in the Payout File at settlement.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1663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on next slide: adding a Buyer &amp; the Tri-Party Agreement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milestone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/ settled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5256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9030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exception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Buyer Addition &amp; Tri-Party Agreement — BPSP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Supplier–Buyer pair needs a fully signed 3-way agreement before transacting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1737360" cy="548640"/>
          </a:xfrm>
          <a:prstGeom prst="roundRect">
            <a:avLst>
              <a:gd name="adj" fmla="val 83333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5024" y="11887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70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logs in, adds Buyer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may already be on FlexCap, or may be new to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Tri-Party Agreement triggered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BPSP entities — Supplier + Buyer + Flexcap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signs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signs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signs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— final execution. Blocked until all 3 sign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566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allowed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1463040"/>
            <a:ext cx="137160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81260" y="187452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777240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79476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25980" y="310896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434840" y="37947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on next slide: invoicing &amp; payment authorization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milestone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/ settled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exception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Invoicing &amp; Payment Authorization — BPSP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allowed Supplier–Buyer pair through real-time payment authorization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1737360" cy="548640"/>
          </a:xfrm>
          <a:prstGeom prst="roundRect">
            <a:avLst>
              <a:gd name="adj" fmla="val 83333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5024" y="11887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allowed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70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raises invoice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CSV, PDF, or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notified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in-app if on FlexCap; email only if not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link, or logs in and clicks Make Payment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sends request to GEIDEA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MID + BIN Tier — Supplier still unknown to GEIDEA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approves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→ Acquirer → Card Network → Issuer Bank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566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by GEIDEA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account — authorized, not yet settled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1463040"/>
            <a:ext cx="137160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81260" y="187452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777240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79476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25980" y="310896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4434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on next slide: settlement &amp; reconciliation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milestone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/ settled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exception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Settlement &amp; Reconciliation — BPSP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holds the Master MID; GEIDEA pays only per Flexcap's instruction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sends Staging File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business day, via SFTP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70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reconciles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every line — Order ID by Order 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423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executes payouts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paid — Flexcap's commission excluded from this batch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423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423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creates Payout File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GEIDEA learns Supplier's account details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423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raised to GEIDEA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1 business day to resolve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74904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sends Payout Status File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what was successfully paid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74904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374904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reconciled &amp; settled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9476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81260" y="1874520"/>
            <a:ext cx="9144" cy="54864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258300" y="1801368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H="1">
            <a:off x="7772400" y="2807208"/>
            <a:ext cx="640080" cy="9144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818120" y="1801368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H="1">
            <a:off x="3794760" y="280720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125980" y="3200400"/>
            <a:ext cx="9144" cy="54864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94760" y="413308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 flipV="1">
            <a:off x="7498080" y="1874520"/>
            <a:ext cx="1188720" cy="548640"/>
          </a:xfrm>
          <a:prstGeom prst="line">
            <a:avLst/>
          </a:prstGeom>
          <a:noFill/>
          <a:ln w="19050">
            <a:solidFill>
              <a:srgbClr val="A32D2D"/>
            </a:solidFill>
            <a:prstDash val="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57200" y="4709160"/>
            <a:ext cx="7955280" cy="502920"/>
          </a:xfrm>
          <a:prstGeom prst="rect">
            <a:avLst/>
          </a:prstGeom>
          <a:solidFill>
            <a:srgbClr val="FAEED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pPr algn="l"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Flexcap's own commission on BPSP transactions is excluded from the Payout File. It is settled separately, at T+30 days, via a monthly Commission Settlement File from GEIDEA — the same timing used for the Referral flow.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3093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63093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63093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milestone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03720" y="63093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1464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/ settled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52560" y="63093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0304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exception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2026-08-01T09:54:16Z</dcterms:created>
  <dcterms:modified xsi:type="dcterms:W3CDTF">2026-08-01T09:54:16Z</dcterms:modified>
</cp:coreProperties>
</file>